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111895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41023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337486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778894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24824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89346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40768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626393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665007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36468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9183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54777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6618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234417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870886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711753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213AD-85CC-4446-997B-E7CB1CB99625}" type="datetimeFigureOut">
              <a:rPr lang="en-GH" smtClean="0"/>
              <a:t>23/06/2026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D54B571-48FB-4E47-A8FE-2D2F58C496E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44390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9E7A-9773-DDCD-0AE8-D407C3AE14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>
                <a:latin typeface="Algerian" panose="04020705040A02060702" pitchFamily="82" charset="0"/>
                <a:ea typeface="ADLaM Display" panose="02010000000000000000" pitchFamily="2" charset="0"/>
                <a:cs typeface="ADLaM Display" panose="02010000000000000000" pitchFamily="2" charset="0"/>
              </a:rPr>
              <a:t>PK CONSTRUCTION LIMITED</a:t>
            </a:r>
            <a:endParaRPr lang="en-GH" b="1" i="1" dirty="0">
              <a:latin typeface="Algerian" panose="04020705040A02060702" pitchFamily="8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F30758-1363-B957-A9F4-6ED659EC32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 20 YEARS OF BUILDING EXPERIENCE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03661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3B57-4C28-B9B8-EC52-E7A29BA9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OFFER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569D5-6FB2-823A-0F70-9601C296D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CONSTRUCTIN LABOUR</a:t>
            </a:r>
          </a:p>
          <a:p>
            <a:endParaRPr lang="en-US" dirty="0"/>
          </a:p>
          <a:p>
            <a:r>
              <a:rPr lang="en-US" dirty="0"/>
              <a:t>SPECIAL CRAFTED ESTIMATED PLAN FOR YOU FUTURE HOUS</a:t>
            </a:r>
          </a:p>
          <a:p>
            <a:endParaRPr lang="en-US" dirty="0"/>
          </a:p>
          <a:p>
            <a:r>
              <a:rPr lang="en-US" dirty="0"/>
              <a:t>REASONABLE PRICE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746405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68FB-9A46-B2CE-59E7-2017292C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US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10EFA-3773-B832-9C11-F0D78BA5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P.K CONSTRUCTION LIMITED IS BUILT AND FOUNDED BY A WELL SERVED MAN WHO HAS OVER 30YEARS OF EXPERIENCE IN THE BUILDING SECTOR</a:t>
            </a:r>
          </a:p>
          <a:p>
            <a:r>
              <a:rPr lang="en-US" dirty="0"/>
              <a:t>HAVING WORK WITH GOVERMENTAL AGENCIES RIGHT AFTER COMPLETING SCHOOL IN THE 90s</a:t>
            </a:r>
          </a:p>
          <a:p>
            <a:r>
              <a:rPr lang="en-US" dirty="0"/>
              <a:t>P.K WOULD HOLD EVERY NEEDFULL CREDIT GIVEN BY SOME OF THE WELL ESTABLISHD AGENCIES IN THE COUNTRY</a:t>
            </a:r>
          </a:p>
          <a:p>
            <a:r>
              <a:rPr lang="en-US" dirty="0"/>
              <a:t>THIS ALLOS THOUSENDS OF CUSTOMERS TRY AND BELIEVED IN HIM TILL THIS DAY</a:t>
            </a:r>
          </a:p>
          <a:p>
            <a:r>
              <a:rPr lang="en-US" dirty="0"/>
              <a:t>WANT TO KNOW MORE ABOUT P.K MANU SPECIAL WORKS 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917481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537E5-3412-4452-D013-41361EC86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ANNOUNCEMENTT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35D2F-790E-179A-EE73-053DBDE5F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A HIGH LOVE AND DEDICATION TO HIS WORK, P.K MANU DECIDED TO ELEVATE HIS PROFFESIONALISM TO A WHOLE NEW STATUS LEVEL</a:t>
            </a:r>
          </a:p>
          <a:p>
            <a:endParaRPr lang="en-US" dirty="0"/>
          </a:p>
          <a:p>
            <a:r>
              <a:rPr lang="en-US" dirty="0"/>
              <a:t>P.K COMPANY LIMITED, HAVING TRAINED MULTIPLES OF HARDWORK DEDICATED STUDENT TO LAND ON THEIR FEET STRONG AND FIRM IN THE BUILDING CONDTRUCTION SEEN.</a:t>
            </a:r>
          </a:p>
          <a:p>
            <a:r>
              <a:rPr lang="en-US" dirty="0"/>
              <a:t>IT IS ABOUT TIME P.K MANU COMPANY OPEN IT ARMS TO ACCEPT AND TRAIN WANTED AND DESIRED STUDENTS </a:t>
            </a:r>
          </a:p>
          <a:p>
            <a:r>
              <a:rPr lang="en-US" dirty="0"/>
              <a:t>P.K MANU COMPANY ACCEPT INTERNS FROM UNIVERSITY, WANNABE APPRENTICE AND ANYONE WHO HOPES TO LEARN AND EXPERIENCE BUILDING CONSTRUCTION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97557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7472-BE5B-992B-B5B5-315ACF20F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OUR WORKS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C4AE5-59E0-2551-BC2F-DB4B53739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A TAILORED ESTIMATED PLAN CUSTOMISED TO YOUR PREFERENCE </a:t>
            </a:r>
          </a:p>
          <a:p>
            <a:r>
              <a:rPr lang="en-US" dirty="0"/>
              <a:t>WE USE MORDEN MATERIALS FOR YOUR BUILDING</a:t>
            </a:r>
          </a:p>
          <a:p>
            <a:r>
              <a:rPr lang="en-US" dirty="0"/>
              <a:t>NEED HELP IN AQUIRING LAND??</a:t>
            </a:r>
          </a:p>
          <a:p>
            <a:r>
              <a:rPr lang="en-US" dirty="0"/>
              <a:t>WE ARE THERE FOR YOU </a:t>
            </a:r>
          </a:p>
          <a:p>
            <a:r>
              <a:rPr lang="en-US" dirty="0"/>
              <a:t>NEED A BUILDING CONSTRUCTIN ADVICE ?</a:t>
            </a:r>
          </a:p>
          <a:p>
            <a:r>
              <a:rPr lang="en-US" dirty="0"/>
              <a:t>GET IN TOUCH WITH US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96528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07E58-8010-8322-3667-D727F3F05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IN TOUCH WITH US: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95968399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</TotalTime>
  <Words>249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Algerian</vt:lpstr>
      <vt:lpstr>Arial</vt:lpstr>
      <vt:lpstr>Century Gothic</vt:lpstr>
      <vt:lpstr>Wingdings 3</vt:lpstr>
      <vt:lpstr>Wisp</vt:lpstr>
      <vt:lpstr>PK CONSTRUCTION LIMITED</vt:lpstr>
      <vt:lpstr>WHAT WE OFFER</vt:lpstr>
      <vt:lpstr>ABOUT US</vt:lpstr>
      <vt:lpstr>THE BIG ANNOUNCEMENTT</vt:lpstr>
      <vt:lpstr>OUR WORKS</vt:lpstr>
      <vt:lpstr>GET IN TOUCH WITH US: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KWADWO MANU</dc:creator>
  <cp:lastModifiedBy>KWADWO MANU</cp:lastModifiedBy>
  <cp:revision>1</cp:revision>
  <dcterms:created xsi:type="dcterms:W3CDTF">2026-06-23T11:06:07Z</dcterms:created>
  <dcterms:modified xsi:type="dcterms:W3CDTF">2026-06-23T11:33:58Z</dcterms:modified>
</cp:coreProperties>
</file>